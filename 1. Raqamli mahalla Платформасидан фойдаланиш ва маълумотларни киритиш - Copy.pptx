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73A73CC-3917-4C7C-9218-EC3EC0DD2AF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C29"/>
    <a:srgbClr val="0000FF"/>
    <a:srgbClr val="0070C0"/>
    <a:srgbClr val="238D23"/>
    <a:srgbClr val="1A5A6C"/>
    <a:srgbClr val="336600"/>
    <a:srgbClr val="33CC33"/>
    <a:srgbClr val="009900"/>
    <a:srgbClr val="008000"/>
    <a:srgbClr val="2898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2A127-AD85-4A8B-9297-1057256F1BA5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F3D19-2FB0-4D5F-9969-DE5E4BA224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87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FE3A921-9D17-47DE-A93C-581EDBA97D64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76AFD8E-CA8B-441E-B470-BDE1FF3029BA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231904" y="404663"/>
            <a:ext cx="6840760" cy="532859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“</a:t>
            </a:r>
            <a:r>
              <a:rPr lang="en-US" sz="4000" b="1" dirty="0" err="1">
                <a:solidFill>
                  <a:schemeClr val="tx1"/>
                </a:solidFill>
              </a:rPr>
              <a:t>Raqamli</a:t>
            </a:r>
            <a:r>
              <a:rPr lang="en-US" sz="4000" b="1" dirty="0">
                <a:solidFill>
                  <a:schemeClr val="tx1"/>
                </a:solidFill>
              </a:rPr>
              <a:t> Mahalla”</a:t>
            </a:r>
            <a:r>
              <a:rPr lang="en-US" sz="4000" dirty="0">
                <a:solidFill>
                  <a:schemeClr val="tx1"/>
                </a:solidFill>
              </a:rPr>
              <a:t> — </a:t>
            </a:r>
            <a:r>
              <a:rPr lang="en-US" sz="4000" dirty="0" err="1">
                <a:solidFill>
                  <a:schemeClr val="tx1"/>
                </a:solidFill>
              </a:rPr>
              <a:t>bu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O‘zbekiston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mahalla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boshqaruv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tizimini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raqamlashtirish</a:t>
            </a:r>
            <a:r>
              <a:rPr lang="en-US" sz="4000" dirty="0">
                <a:solidFill>
                  <a:schemeClr val="tx1"/>
                </a:solidFill>
              </a:rPr>
              <a:t>, </a:t>
            </a:r>
            <a:r>
              <a:rPr lang="en-US" sz="4000" dirty="0" err="1">
                <a:solidFill>
                  <a:schemeClr val="tx1"/>
                </a:solidFill>
              </a:rPr>
              <a:t>mahalla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faoliyati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va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fuqarolar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bilan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interaktiv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aloqani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soddalashtirish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uchun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yaratilgan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raqamli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platforma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va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mobil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ilova</a:t>
            </a:r>
            <a:r>
              <a:rPr lang="en-US" sz="4000" dirty="0" err="1">
                <a:solidFill>
                  <a:schemeClr val="tx1"/>
                </a:solidFill>
              </a:rPr>
              <a:t>dir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 descr="Raqamli Mahalla - Apps on Google Pl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81" y="476672"/>
            <a:ext cx="487680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03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162757" y="2675467"/>
            <a:ext cx="10405851" cy="3450696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mahalla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qo‘mitasi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mahalla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yettiligi</a:t>
            </a:r>
            <a:r>
              <a:rPr lang="en-US" sz="2800" dirty="0">
                <a:solidFill>
                  <a:schemeClr val="tx1"/>
                </a:solidFill>
              </a:rPr>
              <a:t>) </a:t>
            </a:r>
            <a:r>
              <a:rPr lang="en-US" sz="2800" dirty="0" err="1">
                <a:solidFill>
                  <a:schemeClr val="tx1"/>
                </a:solidFill>
              </a:rPr>
              <a:t>faoliyatini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samarali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boshqarish</a:t>
            </a:r>
            <a:r>
              <a:rPr lang="en-US" sz="2800" dirty="0">
                <a:solidFill>
                  <a:schemeClr val="tx1"/>
                </a:solidFill>
              </a:rPr>
              <a:t>,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fuqarolarning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murojaatlarini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qabul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qilish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kuzatish</a:t>
            </a:r>
            <a:r>
              <a:rPr lang="en-US" sz="2800" dirty="0">
                <a:solidFill>
                  <a:schemeClr val="tx1"/>
                </a:solidFill>
              </a:rPr>
              <a:t>,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ijtimoiy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xizmatlar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davlat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dasturlariga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chiqishni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soddalashtirish</a:t>
            </a:r>
            <a:r>
              <a:rPr lang="en-US" sz="2800" dirty="0">
                <a:solidFill>
                  <a:schemeClr val="tx1"/>
                </a:solidFill>
              </a:rPr>
              <a:t>,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 err="1">
                <a:solidFill>
                  <a:schemeClr val="tx1"/>
                </a:solidFill>
              </a:rPr>
              <a:t>bularning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barchasini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onlayn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ko‘rinishda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amalga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oshirish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B0F0"/>
                </a:solidFill>
              </a:rPr>
              <a:t> </a:t>
            </a:r>
            <a:r>
              <a:rPr lang="en-US" sz="2800" dirty="0" err="1">
                <a:solidFill>
                  <a:srgbClr val="00B0F0"/>
                </a:solidFill>
              </a:rPr>
              <a:t>imkonini</a:t>
            </a:r>
            <a:r>
              <a:rPr lang="en-US" sz="2800" dirty="0">
                <a:solidFill>
                  <a:srgbClr val="00B0F0"/>
                </a:solidFill>
              </a:rPr>
              <a:t> </a:t>
            </a:r>
            <a:r>
              <a:rPr lang="en-US" sz="2800" dirty="0" err="1">
                <a:solidFill>
                  <a:srgbClr val="00B0F0"/>
                </a:solidFill>
              </a:rPr>
              <a:t>beruvchi</a:t>
            </a:r>
            <a:r>
              <a:rPr lang="en-US" sz="2800" dirty="0">
                <a:solidFill>
                  <a:srgbClr val="00B0F0"/>
                </a:solidFill>
              </a:rPr>
              <a:t> </a:t>
            </a:r>
            <a:r>
              <a:rPr lang="en-US" sz="2800" dirty="0" err="1">
                <a:solidFill>
                  <a:srgbClr val="00B0F0"/>
                </a:solidFill>
              </a:rPr>
              <a:t>raqamlashtirilgan</a:t>
            </a:r>
            <a:r>
              <a:rPr lang="en-US" sz="2800" dirty="0">
                <a:solidFill>
                  <a:srgbClr val="00B0F0"/>
                </a:solidFill>
              </a:rPr>
              <a:t> </a:t>
            </a:r>
            <a:r>
              <a:rPr lang="en-US" sz="2800" dirty="0" err="1">
                <a:solidFill>
                  <a:srgbClr val="00B0F0"/>
                </a:solidFill>
              </a:rPr>
              <a:t>tizimdir</a:t>
            </a:r>
            <a:r>
              <a:rPr lang="en-US" sz="2800" dirty="0">
                <a:solidFill>
                  <a:srgbClr val="00B0F0"/>
                </a:solidFill>
              </a:rPr>
              <a:t>.</a:t>
            </a:r>
          </a:p>
          <a:p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Raqamli-mahalla.uz </a:t>
            </a:r>
            <a:r>
              <a:rPr lang="en-US" sz="4800" dirty="0" err="1">
                <a:solidFill>
                  <a:schemeClr val="tx1"/>
                </a:solidFill>
              </a:rPr>
              <a:t>platformasi</a:t>
            </a:r>
            <a:endParaRPr lang="ru-RU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97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0" y="338328"/>
            <a:ext cx="11319048" cy="6115008"/>
          </a:xfrm>
        </p:spPr>
        <p:txBody>
          <a:bodyPr>
            <a:noAutofit/>
          </a:bodyPr>
          <a:lstStyle/>
          <a:p>
            <a:pPr algn="l"/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                                            </a:t>
            </a:r>
            <a:r>
              <a:rPr lang="en-US" sz="3600" b="1" dirty="0" err="1">
                <a:solidFill>
                  <a:srgbClr val="FFFF00"/>
                </a:solidFill>
              </a:rPr>
              <a:t>Raqamli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mahalla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platformasi</a:t>
            </a:r>
            <a:br>
              <a:rPr lang="en-US" sz="3600" b="1" dirty="0">
                <a:solidFill>
                  <a:srgbClr val="FFFF00"/>
                </a:solidFill>
              </a:rPr>
            </a:b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800" b="1" dirty="0" err="1">
                <a:solidFill>
                  <a:schemeClr val="tx1"/>
                </a:solidFill>
              </a:rPr>
              <a:t>Maqsadlari</a:t>
            </a:r>
            <a:r>
              <a:rPr lang="en-US" sz="2800" b="1" dirty="0">
                <a:solidFill>
                  <a:schemeClr val="tx1"/>
                </a:solidFill>
              </a:rPr>
              <a:t>: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* </a:t>
            </a:r>
            <a:r>
              <a:rPr lang="en-US" sz="2800" dirty="0">
                <a:solidFill>
                  <a:schemeClr val="tx1"/>
                </a:solidFill>
              </a:rPr>
              <a:t>Mahalla </a:t>
            </a:r>
            <a:r>
              <a:rPr lang="en-US" sz="2800" dirty="0" err="1">
                <a:solidFill>
                  <a:schemeClr val="tx1"/>
                </a:solidFill>
              </a:rPr>
              <a:t>faoliyatini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raqamli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boshqaruvga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o‘tkazish</a:t>
            </a:r>
            <a:r>
              <a:rPr lang="en-US" sz="2800" b="1" dirty="0">
                <a:solidFill>
                  <a:schemeClr val="tx1"/>
                </a:solidFill>
              </a:rPr>
              <a:t>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* </a:t>
            </a:r>
            <a:r>
              <a:rPr lang="en-US" sz="2800" dirty="0" err="1">
                <a:solidFill>
                  <a:schemeClr val="tx1"/>
                </a:solidFill>
              </a:rPr>
              <a:t>Fuqarolar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mahalla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o‘rtasidagi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aloqani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shaffof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qulay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qilish</a:t>
            </a:r>
            <a:r>
              <a:rPr lang="en-US" sz="2800" dirty="0">
                <a:solidFill>
                  <a:schemeClr val="tx1"/>
                </a:solidFill>
              </a:rPr>
              <a:t>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* </a:t>
            </a:r>
            <a:r>
              <a:rPr lang="en-US" sz="2800" dirty="0" err="1">
                <a:solidFill>
                  <a:schemeClr val="tx1"/>
                </a:solidFill>
              </a:rPr>
              <a:t>Davlat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xizmatlaridan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foydalanishni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tez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samarali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bajarish</a:t>
            </a:r>
            <a:r>
              <a:rPr lang="en-US" sz="2800" dirty="0">
                <a:solidFill>
                  <a:schemeClr val="tx1"/>
                </a:solidFill>
              </a:rPr>
              <a:t>;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 err="1">
                <a:solidFill>
                  <a:schemeClr val="tx1"/>
                </a:solidFill>
              </a:rPr>
              <a:t>Foydalari</a:t>
            </a:r>
            <a:r>
              <a:rPr lang="en-US" sz="2800" b="1" dirty="0">
                <a:solidFill>
                  <a:schemeClr val="tx1"/>
                </a:solidFill>
              </a:rPr>
              <a:t>: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 * </a:t>
            </a:r>
            <a:r>
              <a:rPr lang="en-US" sz="2800" dirty="0" err="1">
                <a:solidFill>
                  <a:schemeClr val="tx1"/>
                </a:solidFill>
              </a:rPr>
              <a:t>Murojaatlarni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uydan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chiqmasdan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yuborish</a:t>
            </a:r>
            <a:r>
              <a:rPr lang="en-US" sz="2800" dirty="0">
                <a:solidFill>
                  <a:schemeClr val="tx1"/>
                </a:solidFill>
              </a:rPr>
              <a:t>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 * </a:t>
            </a:r>
            <a:r>
              <a:rPr lang="en-US" sz="2800" dirty="0" err="1">
                <a:solidFill>
                  <a:schemeClr val="tx1"/>
                </a:solidFill>
              </a:rPr>
              <a:t>Fuqarolar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bilan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interaktiv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muloqot</a:t>
            </a:r>
            <a:r>
              <a:rPr lang="en-US" sz="2800" dirty="0">
                <a:solidFill>
                  <a:schemeClr val="tx1"/>
                </a:solidFill>
              </a:rPr>
              <a:t>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 * Mahalla </a:t>
            </a:r>
            <a:r>
              <a:rPr lang="en-US" sz="2800" dirty="0" err="1">
                <a:solidFill>
                  <a:schemeClr val="tx1"/>
                </a:solidFill>
              </a:rPr>
              <a:t>ma’lumotlarini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yagona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bazada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boshqarish</a:t>
            </a:r>
            <a:r>
              <a:rPr lang="en-US" sz="2800" dirty="0">
                <a:solidFill>
                  <a:schemeClr val="tx1"/>
                </a:solidFill>
              </a:rPr>
              <a:t>;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 * </a:t>
            </a:r>
            <a:r>
              <a:rPr lang="en-US" sz="2800" dirty="0" err="1">
                <a:solidFill>
                  <a:schemeClr val="tx1"/>
                </a:solidFill>
              </a:rPr>
              <a:t>Mahallada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ko‘rsatiladigan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xizmatlar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samaradorligini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oshirish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  <a:br>
              <a:rPr lang="en-US" sz="2800" dirty="0">
                <a:solidFill>
                  <a:schemeClr val="tx1"/>
                </a:solidFill>
              </a:rPr>
            </a:b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91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506496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Raqamli-mahalla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platformasiga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faqatgina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mahalla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raisi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kirish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huquqiga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ega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bunga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o’zining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elektron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raqamli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imzo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ya’ni</a:t>
            </a:r>
            <a:r>
              <a:rPr lang="en-US" dirty="0">
                <a:solidFill>
                  <a:schemeClr val="tx1"/>
                </a:solidFill>
              </a:rPr>
              <a:t> (E-</a:t>
            </a:r>
            <a:r>
              <a:rPr lang="en-US" dirty="0" err="1">
                <a:solidFill>
                  <a:schemeClr val="tx1"/>
                </a:solidFill>
              </a:rPr>
              <a:t>kalit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bilan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kiradi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050" name="Picture 2" descr="Raqamli mahalla”: Mahallalarda yagona axborot tizimi yo'lga qo'yilmoqda -  zarnews.u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2116409"/>
            <a:ext cx="4981575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86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58849" y="0"/>
            <a:ext cx="10972800" cy="125272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Raqamli</a:t>
            </a:r>
            <a:r>
              <a:rPr lang="en-US" dirty="0"/>
              <a:t> </a:t>
            </a:r>
            <a:r>
              <a:rPr lang="en-US" dirty="0" err="1"/>
              <a:t>mahalla</a:t>
            </a:r>
            <a:r>
              <a:rPr lang="en-US" dirty="0"/>
              <a:t> </a:t>
            </a:r>
            <a:r>
              <a:rPr lang="en-US" dirty="0" err="1"/>
              <a:t>platformasining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oynasi</a:t>
            </a:r>
            <a:r>
              <a:rPr lang="en-US" dirty="0"/>
              <a:t> </a:t>
            </a:r>
            <a:br>
              <a:rPr lang="en-US" dirty="0"/>
            </a:br>
            <a:r>
              <a:rPr lang="en-US" sz="2700" i="1" dirty="0" err="1"/>
              <a:t>bu</a:t>
            </a:r>
            <a:r>
              <a:rPr lang="en-US" sz="2700" i="1" dirty="0"/>
              <a:t> </a:t>
            </a:r>
            <a:r>
              <a:rPr lang="en-US" sz="2700" i="1" dirty="0" err="1"/>
              <a:t>yerda</a:t>
            </a:r>
            <a:r>
              <a:rPr lang="en-US" sz="2700" i="1" dirty="0"/>
              <a:t> </a:t>
            </a:r>
            <a:r>
              <a:rPr lang="en-US" sz="2700" i="1" dirty="0" err="1"/>
              <a:t>aholini</a:t>
            </a:r>
            <a:r>
              <a:rPr lang="en-US" sz="2700" i="1" dirty="0"/>
              <a:t> </a:t>
            </a:r>
            <a:r>
              <a:rPr lang="en-US" sz="2700" i="1" dirty="0" err="1"/>
              <a:t>platformaga</a:t>
            </a:r>
            <a:r>
              <a:rPr lang="en-US" sz="2700" i="1" dirty="0"/>
              <a:t> </a:t>
            </a:r>
            <a:r>
              <a:rPr lang="en-US" sz="2700" i="1" dirty="0" err="1"/>
              <a:t>qo’shish</a:t>
            </a:r>
            <a:r>
              <a:rPr lang="en-US" sz="2700" i="1" dirty="0"/>
              <a:t> </a:t>
            </a:r>
            <a:r>
              <a:rPr lang="en-US" sz="2700" i="1" dirty="0" err="1"/>
              <a:t>imkoniyati</a:t>
            </a:r>
            <a:r>
              <a:rPr lang="en-US" sz="2700" i="1" dirty="0"/>
              <a:t> </a:t>
            </a:r>
            <a:r>
              <a:rPr lang="en-US" sz="2700" i="1" dirty="0" err="1"/>
              <a:t>mavjud</a:t>
            </a:r>
            <a:endParaRPr lang="ru-RU" sz="2700" i="1" dirty="0"/>
          </a:p>
        </p:txBody>
      </p:sp>
      <p:pic>
        <p:nvPicPr>
          <p:cNvPr id="4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6960096" cy="55446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2"/>
          <p:cNvSpPr txBox="1">
            <a:spLocks/>
          </p:cNvSpPr>
          <p:nvPr/>
        </p:nvSpPr>
        <p:spPr>
          <a:xfrm>
            <a:off x="7032104" y="1268760"/>
            <a:ext cx="5159896" cy="48965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Asosiy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Adliyaga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murojaat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Aholini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ko’chirish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so’rovlari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Kelib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tushgan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arizalar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Migratsiya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Kollegial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qarorlar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Yagona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savolnoma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Yashil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makon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>
                <a:solidFill>
                  <a:schemeClr val="tx1"/>
                </a:solidFill>
              </a:rPr>
              <a:t>Mahalla </a:t>
            </a:r>
            <a:r>
              <a:rPr lang="en-US" sz="2800" b="1" i="1" dirty="0" err="1">
                <a:solidFill>
                  <a:schemeClr val="tx1"/>
                </a:solidFill>
              </a:rPr>
              <a:t>budjeti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Ombor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</a:rPr>
              <a:t>daftari</a:t>
            </a:r>
            <a:endParaRPr lang="en-US" sz="2800" b="1" i="1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b="1" i="1" dirty="0" err="1">
                <a:solidFill>
                  <a:schemeClr val="tx1"/>
                </a:solidFill>
              </a:rPr>
              <a:t>Boshqalar</a:t>
            </a:r>
            <a:endParaRPr lang="ru-RU" sz="28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94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Mahallaning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demografik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koʼrsatkichlari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aholining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etnik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tarkibi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aholining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ijtimoiy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holati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salomatlik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koʼrsatkichlari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aholi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bandligi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ijtimoiy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soha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obʼektlari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taʼlim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muassasalari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xotin-qizlari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haqidagi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boshqa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maʼlumotlar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asosiy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oynadan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kiritiladi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4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65187" y="1624756"/>
            <a:ext cx="5670773" cy="5187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5879976" y="1624756"/>
            <a:ext cx="6264696" cy="5181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932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35360" y="332656"/>
            <a:ext cx="11521280" cy="12527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Mahalla 7-likka </a:t>
            </a:r>
            <a:r>
              <a:rPr lang="en-US" dirty="0" err="1">
                <a:solidFill>
                  <a:schemeClr val="tx1"/>
                </a:solidFill>
              </a:rPr>
              <a:t>murojaatga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javob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berish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5" y="1916832"/>
            <a:ext cx="5508351" cy="477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804" y="1916831"/>
            <a:ext cx="6550868" cy="47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790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1" y="222168"/>
            <a:ext cx="10972800" cy="100244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Migratsiya</a:t>
            </a:r>
            <a:r>
              <a:rPr lang="en-US" dirty="0"/>
              <a:t> </a:t>
            </a:r>
            <a:r>
              <a:rPr lang="en-US" dirty="0" err="1"/>
              <a:t>tayyorlovi</a:t>
            </a:r>
            <a:r>
              <a:rPr lang="en-US" dirty="0"/>
              <a:t> </a:t>
            </a:r>
            <a:r>
              <a:rPr lang="en-US" dirty="0" err="1"/>
              <a:t>bandi</a:t>
            </a:r>
            <a:r>
              <a:rPr lang="en-US" dirty="0"/>
              <a:t> </a:t>
            </a:r>
            <a:r>
              <a:rPr lang="en-US" dirty="0" err="1"/>
              <a:t>bo’yicha</a:t>
            </a:r>
            <a:r>
              <a:rPr lang="en-US" dirty="0"/>
              <a:t> </a:t>
            </a:r>
            <a:r>
              <a:rPr lang="en-US" dirty="0" err="1"/>
              <a:t>qo’llanma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7" y="1196752"/>
            <a:ext cx="11953328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708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00244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Raqamli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mahalla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Ijtimoiy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shartnomani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biriktirish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AutoShape 4" descr="blob:https://web.telegram.org/6401354b-797c-4aad-b2f8-d585444321c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6" descr="blob:https://web.telegram.org/6401354b-797c-4aad-b2f8-d585444321c7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"/>
          <a:stretch/>
        </p:blipFill>
        <p:spPr bwMode="auto">
          <a:xfrm>
            <a:off x="56395" y="1700808"/>
            <a:ext cx="4383421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047" y="1700808"/>
            <a:ext cx="7686625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979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07368" y="188640"/>
            <a:ext cx="11449272" cy="1252728"/>
          </a:xfrm>
        </p:spPr>
        <p:txBody>
          <a:bodyPr>
            <a:noAutofit/>
          </a:bodyPr>
          <a:lstStyle/>
          <a:p>
            <a:r>
              <a:rPr lang="en-US" sz="36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Raqamli</a:t>
            </a:r>
            <a:r>
              <a:rPr lang="en-US" sz="36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mahalla</a:t>
            </a:r>
            <a:r>
              <a:rPr lang="en-US" sz="36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platformasida</a:t>
            </a:r>
            <a:r>
              <a:rPr lang="en-US" sz="36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yagona</a:t>
            </a:r>
            <a:r>
              <a:rPr lang="en-US" sz="36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savolnoma</a:t>
            </a:r>
            <a:r>
              <a:rPr lang="en-US" sz="36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moduli </a:t>
            </a:r>
            <a:endParaRPr lang="ru-RU" sz="36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00808"/>
            <a:ext cx="5663952" cy="513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298" y="1700808"/>
            <a:ext cx="6495702" cy="513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0919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5692</TotalTime>
  <Words>268</Words>
  <Application>Microsoft Office PowerPoint</Application>
  <PresentationFormat>Широкоэкранный</PresentationFormat>
  <Paragraphs>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Candara</vt:lpstr>
      <vt:lpstr>Symbol</vt:lpstr>
      <vt:lpstr>Волна</vt:lpstr>
      <vt:lpstr>Презентация PowerPoint</vt:lpstr>
      <vt:lpstr>Raqamli-mahalla.uz platformasi</vt:lpstr>
      <vt:lpstr>                                             Raqamli mahalla platformasi  Maqsadlari: * Mahalla faoliyatini raqamli boshqaruvga o‘tkazish; * Fuqarolar va mahalla o‘rtasidagi aloqani shaffof va qulay qilish; * Davlat xizmatlaridan foydalanishni tez va samarali bajarish;  Foydalari:  * Murojaatlarni uydan chiqmasdan yuborish;  * Fuqarolar bilan interaktiv muloqot;  * Mahalla ma’lumotlarini yagona bazada boshqarish;  * Mahallada ko‘rsatiladigan xizmatlar samaradorligini oshirish. </vt:lpstr>
      <vt:lpstr>Raqamli-mahalla platformasiga faqatgina mahalla raisi kirish huquqiga ega, va bunga o’zining elektron raqamli imzo ya’ni (E-kalit) bilan kiradi</vt:lpstr>
      <vt:lpstr>Raqamli mahalla platformasining asosiy oynasi  bu yerda aholini platformaga qo’shish imkoniyati mavjud</vt:lpstr>
      <vt:lpstr>Mahallaning demografik koʼrsatkichlari, aholining etnik tarkibi, aholining ijtimoiy holati, salomatlik koʼrsatkichlari, aholi bandligi, ijtimoiy soha obʼektlari, taʼlim muassasalari, xotin-qizlari haqidagi va boshqa maʼlumotlar asosiy oynadan kiritiladi</vt:lpstr>
      <vt:lpstr>Mahalla 7-likka murojaatga javob berish</vt:lpstr>
      <vt:lpstr>Migratsiya tayyorlovi bandi bo’yicha qo’llanma</vt:lpstr>
      <vt:lpstr>Raqamli mahalla Ijtimoiy shartnomani biriktirish </vt:lpstr>
      <vt:lpstr>Raqamli mahalla platformasida yagona savolnoma moduli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User;Jumaniyozov Toxir</dc:creator>
  <cp:lastModifiedBy>Пользователь</cp:lastModifiedBy>
  <cp:revision>558</cp:revision>
  <dcterms:created xsi:type="dcterms:W3CDTF">2022-01-26T07:36:38Z</dcterms:created>
  <dcterms:modified xsi:type="dcterms:W3CDTF">2026-01-27T05:34:52Z</dcterms:modified>
</cp:coreProperties>
</file>